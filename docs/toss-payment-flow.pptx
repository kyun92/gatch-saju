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atch-saju.onato.co.kr/land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atch-saju.onato.co.kr/lo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atch-saju.onato.co.kr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atch-saju.onato.co.kr/coin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tosspayments.com (SDK Popup)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atch-saju.onato.co.kr/coins/succes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atch-saju.onato.co.kr/coins/fai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atch-saju.onato.co.kr/reading/{id}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atch-saju.onato.co.kr/mypag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A7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 · PAYMENT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안내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22860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온아토 (대표 임승균)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사업자등록번호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607-29-96690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URL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2026-04-22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개요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3체계 교차분석 감정 서비스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사주팔자 · 자미두수 · 서양점성술을 동시 해석해 일관성 높은 결과 제공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788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1계정 N캐릭터 구조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본인·가족·지인의 생년월일시로 "캐릭터"를 만들어 맞춤 감정 수행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코인 지갑 결제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선충전 방식. 코인 1개로 유료 감정 1건 이용. 유효기간 없음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892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진입점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5349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일일운세와 캐릭터 생성은 무료로 제공하여 저장벽 허용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 정보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Info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828800"/>
          <a:ext cx="94183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675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70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온아토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70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임승균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70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607-29-96690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70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사업장 주소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경기도 용인시 기흥구 신정로 25, 108동 2205호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70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010-6889-8909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70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lsk9105@gmail.com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토스페이먼츠 심사에 제출하는 사업자 기본정보입니다.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플로우 (8단계)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User Journey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F0E8"/>
          </a:solidFill>
          <a:ln w="25400">
            <a:solidFill>
              <a:srgbClr val="9A7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진입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2606040"/>
            <a:ext cx="274320" cy="274320"/>
          </a:xfrm>
          <a:prstGeom prst="rightArrow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19456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F0E8"/>
          </a:solidFill>
          <a:ln w="25400">
            <a:solidFill>
              <a:srgbClr val="9A7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소셜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606040"/>
            <a:ext cx="274320" cy="274320"/>
          </a:xfrm>
          <a:prstGeom prst="rightArrow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19456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F0E8"/>
          </a:solidFill>
          <a:ln w="25400">
            <a:solidFill>
              <a:srgbClr val="9A7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생성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2606040"/>
            <a:ext cx="274320" cy="274320"/>
          </a:xfrm>
          <a:prstGeom prst="rightArrow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219456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F0E8"/>
          </a:solidFill>
          <a:ln w="25400">
            <a:solidFill>
              <a:srgbClr val="9A7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5256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5256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잔액 배지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1148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F0E8"/>
          </a:solidFill>
          <a:ln w="25400">
            <a:solidFill>
              <a:srgbClr val="9A7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4846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/coins 패키지 선택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4526280"/>
            <a:ext cx="274320" cy="274320"/>
          </a:xfrm>
          <a:prstGeom prst="rightArrow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41148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F0E8"/>
          </a:solidFill>
          <a:ln w="25400">
            <a:solidFill>
              <a:srgbClr val="9A7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91840" y="4526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 결제창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91840" y="4846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 호출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4526280"/>
            <a:ext cx="274320" cy="274320"/>
          </a:xfrm>
          <a:prstGeom prst="rightArrow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41148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F0E8"/>
          </a:solidFill>
          <a:ln w="25400">
            <a:solidFill>
              <a:srgbClr val="9A7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72200" y="4526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 완료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72200" y="4846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/coins/success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4526280"/>
            <a:ext cx="274320" cy="274320"/>
          </a:xfrm>
          <a:prstGeom prst="rightArrow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52560" y="41148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F0E8"/>
          </a:solidFill>
          <a:ln w="25400">
            <a:solidFill>
              <a:srgbClr val="9A7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052560" y="4526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뽑기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052560" y="4846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1코인 차감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홈 — 비로그인 진입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480560"/>
          </a:xfrm>
          <a:prstGeom prst="rect">
            <a:avLst/>
          </a:prstGeom>
          <a:solidFill>
            <a:srgbClr val="E8E0D0"/>
          </a:solidFill>
          <a:ln w="12700">
            <a:solidFill>
              <a:srgbClr val="D4B0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스크린샷 삽입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https://gatch-saju.onato.co.kr/landing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(1200 × 900 권장 · 프로덕션에서 실제 화면 캡처)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6809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https://gatch-saju.onato.co.kr/landing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12700">
            <a:solidFill>
              <a:srgbClr val="D4B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017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방문자가 처음 보는 화면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 + 카카오 로그인 CTA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하단에 "요금 안내" 링크로 상품 페이지 진입 가능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요금 안내 — 상품·가격 공개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Pricing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480560"/>
          </a:xfrm>
          <a:prstGeom prst="rect">
            <a:avLst/>
          </a:prstGeom>
          <a:solidFill>
            <a:srgbClr val="E8E0D0"/>
          </a:solidFill>
          <a:ln w="12700">
            <a:solidFill>
              <a:srgbClr val="D4B0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스크린샷 삽입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https://gatch-saju.onato.co.kr/pricing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(1200 × 900 권장 · 프로덕션에서 실제 화면 캡처)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0" y="1737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https://gatch-saju.onato.co.kr/pricing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2560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코인 패키지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834640"/>
          <a:ext cx="4663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0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1코인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990원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3코인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2,700원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-9%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5코인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4,200원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10코인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7,900원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4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-20%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B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040880" y="51206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비로그인 상태로 /pricing 에서 상품·가격 확인 가능.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결제 버튼은 로그인 유도로 연결됩니다.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로그인 (카카오)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 Login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480560"/>
          </a:xfrm>
          <a:prstGeom prst="rect">
            <a:avLst/>
          </a:prstGeom>
          <a:solidFill>
            <a:srgbClr val="E8E0D0"/>
          </a:solidFill>
          <a:ln w="12700">
            <a:solidFill>
              <a:srgbClr val="D4B0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스크린샷 삽입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https://gatch-saju.onato.co.kr/login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(1200 × 900 권장 · 프로덕션에서 실제 화면 캡처)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6809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https://gatch-saju.onato.co.kr/login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12700">
            <a:solidFill>
              <a:srgbClr val="D4B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017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계정으로 소셜 로그인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네이버·구글은 현재 "준비 중" 상태 (비활성)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NextAuth.js 기반, Redirect URI는 카카오 콘솔에 등록됨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허브 — 로그인 후 메인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Hub · Balance Badge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480560"/>
          </a:xfrm>
          <a:prstGeom prst="rect">
            <a:avLst/>
          </a:prstGeom>
          <a:solidFill>
            <a:srgbClr val="E8E0D0"/>
          </a:solidFill>
          <a:ln w="12700">
            <a:solidFill>
              <a:srgbClr val="D4B0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스크린샷 삽입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(1200 × 900 권장 · 프로덕션에서 실제 화면 캡처)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6809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https://gatch-saju.onato.co.kr/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12700">
            <a:solidFill>
              <a:srgbClr val="D4B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017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헤더에 현재 코인 잔액 배지 (✮ N) 항시 노출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슬롯 리스트 — 본인/가족/지인 구분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 클릭 시 /coins 지갑 페이지로 이동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지갑 — 패키지 선택 (실결제)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Wallet · Purchase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480560"/>
          </a:xfrm>
          <a:prstGeom prst="rect">
            <a:avLst/>
          </a:prstGeom>
          <a:solidFill>
            <a:srgbClr val="E8E0D0"/>
          </a:solidFill>
          <a:ln w="12700">
            <a:solidFill>
              <a:srgbClr val="D4B0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스크린샷 삽입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https://gatch-saju.onato.co.kr/coins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(1200 × 900 권장 · 프로덕션에서 실제 화면 캡처)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6809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https://gatch-saju.onato.co.kr/coins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12700">
            <a:solidFill>
              <a:srgbClr val="D4B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017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코인 패키지 카드 (1·3·5·10)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클릭 즉시 토스페이먼츠 결제창 호출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상단에 현재 잔액 표시, 하단에 환불 정책 요약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토스페이먼츠 결제창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 SDK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480560"/>
          </a:xfrm>
          <a:prstGeom prst="rect">
            <a:avLst/>
          </a:prstGeom>
          <a:solidFill>
            <a:srgbClr val="E8E0D0"/>
          </a:solidFill>
          <a:ln w="12700">
            <a:solidFill>
              <a:srgbClr val="D4B0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스크린샷 삽입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tosspayments.com (SDK Popup)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(1200 × 900 권장 · 프로덕션에서 실제 화면 캡처)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6809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tosspayments.com (SDK Popup)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12700">
            <a:solidFill>
              <a:srgbClr val="D4B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017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 SDK로 호출되는 공식 결제창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· 간편결제 · 계좌이체 등 사용자가 수단 선택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customerKey는 서비스 내 사용자 ID로 전달하여 이력 추적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orderName은 "갓챠사주 코인 N개" 형식으로 전달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충전 완료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Charge Complete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480560"/>
          </a:xfrm>
          <a:prstGeom prst="rect">
            <a:avLst/>
          </a:prstGeom>
          <a:solidFill>
            <a:srgbClr val="E8E0D0"/>
          </a:solidFill>
          <a:ln w="12700">
            <a:solidFill>
              <a:srgbClr val="D4B0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스크린샷 삽입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https://gatch-saju.onato.co.kr/coins/success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(1200 × 900 권장 · 프로덕션에서 실제 화면 캡처)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6809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https://gatch-saju.onato.co.kr/coins/success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12700">
            <a:solidFill>
              <a:srgbClr val="D4B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017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결제 승인 후 /api/payments/confirm 호출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users.coins 증가 + coin_transactions 이력 기록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충전 수량 · 현재 잔액 · "뽑으러 가기" CTA 표시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returnTo 쿼리가 있으면 원래 경로로 자동 복귀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결제 실패 화면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Failure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480560"/>
          </a:xfrm>
          <a:prstGeom prst="rect">
            <a:avLst/>
          </a:prstGeom>
          <a:solidFill>
            <a:srgbClr val="E8E0D0"/>
          </a:solidFill>
          <a:ln w="12700">
            <a:solidFill>
              <a:srgbClr val="D4B0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스크린샷 삽입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https://gatch-saju.onato.co.kr/coins/fail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(1200 × 900 권장 · 프로덕션에서 실제 화면 캡처)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6809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https://gatch-saju.onato.co.kr/coins/fail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12700">
            <a:solidFill>
              <a:srgbClr val="D4B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017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거절 · 결제 중단 · 시스템 오류 등 실패 케이스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코드 + 친절한 안내 문구 표시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"다시 시도" 버튼으로 /coins 재진입, 홈으로 링크 제공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코인 소비 → 감정 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Reading Result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480560"/>
          </a:xfrm>
          <a:prstGeom prst="rect">
            <a:avLst/>
          </a:prstGeom>
          <a:solidFill>
            <a:srgbClr val="E8E0D0"/>
          </a:solidFill>
          <a:ln w="12700">
            <a:solidFill>
              <a:srgbClr val="D4B0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스크린샷 삽입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https://gatch-saju.onato.co.kr/reading/{id}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(1200 × 900 권장 · 프로덕션에서 실제 화면 캡처)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6809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https://gatch-saju.onato.co.kr/reading/{id}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12700">
            <a:solidFill>
              <a:srgbClr val="D4B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017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충전된 코인으로 감정을 뽑으면 트랜잭션 내 1코인 차감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백그라운드에서 AI 감정 HTML 생성 (종합감정/년운/궁합 등)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완료 후 결과 페이지에서 표·섹션으로 구조화하여 표시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스킬트리(/characters/{id})에서 이미 뽑은 감정 재열람 가능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정책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Refund Policy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" cy="868680"/>
          </a:xfrm>
          <a:prstGeom prst="rect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이내 미사용분 전액 환불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결제일 기준 7일 이내, 사용되지 않은 코인에 한해 전액 환불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73152" cy="868680"/>
          </a:xfrm>
          <a:prstGeom prst="rect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사용된 코인 환불 제한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전자상거래법 제17조 제2항 제5호(디지털 콘텐츠 제공 개시) 적용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3152" cy="868680"/>
          </a:xfrm>
          <a:prstGeom prst="rect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환불 지원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일부만 사용한 경우 남은 코인 비율만큼 부분 환불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73152" cy="868680"/>
          </a:xfrm>
          <a:prstGeom prst="rect">
            <a:avLst/>
          </a:prstGeom>
          <a:solidFill>
            <a:srgbClr val="9A7040"/>
          </a:solidFill>
          <a:ln w="12700">
            <a:solidFill>
              <a:srgbClr val="9A7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유효기간 없음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충전한 코인은 회원 상태 유지 중 언제든 사용 가능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737360"/>
            <a:ext cx="4846320" cy="4114800"/>
          </a:xfrm>
          <a:prstGeom prst="roundRect">
            <a:avLst>
              <a:gd name="adj" fmla="val 2222"/>
            </a:avLst>
          </a:prstGeom>
          <a:solidFill>
            <a:srgbClr val="F5F0E8"/>
          </a:solidFill>
          <a:ln w="12700">
            <a:solidFill>
              <a:srgbClr val="D4B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환불 계산식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2377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금액 = 결제 금액 × (남은 코인 수 ÷ 구매한 코인 수)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3291840"/>
            <a:ext cx="4480560" cy="0"/>
          </a:xfrm>
          <a:prstGeom prst="line">
            <a:avLst/>
          </a:prstGeom>
          <a:noFill/>
          <a:ln w="12700">
            <a:solidFill>
              <a:srgbClr val="D4B07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94944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예시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8404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5코인 4,200원 구매 → 2코인 사용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3코인 환불 대상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금액 = 4,200 × (3 ÷ 5) = 2,520원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요청 경로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Refund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480560"/>
          </a:xfrm>
          <a:prstGeom prst="rect">
            <a:avLst/>
          </a:prstGeom>
          <a:solidFill>
            <a:srgbClr val="E8E0D0"/>
          </a:solidFill>
          <a:ln w="12700">
            <a:solidFill>
              <a:srgbClr val="D4B0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스크린샷 삽입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https://gatch-saju.onato.co.kr/mypage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(1200 × 900 권장 · 프로덕션에서 실제 화면 캡처)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6809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https://gatch-saju.onato.co.kr/mypage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4023360" cy="0"/>
          </a:xfrm>
          <a:prstGeom prst="line">
            <a:avLst/>
          </a:prstGeom>
          <a:noFill/>
          <a:ln w="12700">
            <a:solidFill>
              <a:srgbClr val="D4B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017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 → 지갑 섹션 내 "환불 요청" 링크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시 프리필된 이메일 양식 자동 작성 (가입 이메일·이름 포함)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고객센터 접수 후 /api/payments/cancel 호출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cancelPayment API로 부분·전액 환불 처리 → 결제 수단 원복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고객센터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Support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0"/>
            <a:ext cx="8503920" cy="4114800"/>
          </a:xfrm>
          <a:prstGeom prst="roundRect">
            <a:avLst>
              <a:gd name="adj" fmla="val 3333"/>
            </a:avLst>
          </a:prstGeom>
          <a:solidFill>
            <a:srgbClr val="F5F0E8"/>
          </a:solidFill>
          <a:ln w="25400">
            <a:solidFill>
              <a:srgbClr val="9A7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2194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임승균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2880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010-6889-8909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3566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lsk9105@gmail.com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운영시간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42519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10:00 ~ 18:00 (주말·공휴일 제외)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소요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4937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영업일 기준 1~2일 내 회신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갓챠사주는 이용자 문의를 성실하게 응대하며, 결제·환불 관련 사항은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영업일 기준 신속히 처리합니다.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갓챠사주 · 온아토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온아토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갓챠사주 결제경로 안내</dc:title>
  <dc:subject>PptxGenJS Presentation</dc:subject>
  <dc:creator>온아토</dc:creator>
  <cp:lastModifiedBy>온아토</cp:lastModifiedBy>
  <cp:revision>1</cp:revision>
  <dcterms:created xsi:type="dcterms:W3CDTF">2026-04-22T07:46:28Z</dcterms:created>
  <dcterms:modified xsi:type="dcterms:W3CDTF">2026-04-22T07:46:28Z</dcterms:modified>
</cp:coreProperties>
</file>